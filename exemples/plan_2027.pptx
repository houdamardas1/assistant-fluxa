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Ouverture de deux agences à Agadir et Oujda. Budget d'investissement : 4 millions MAD.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